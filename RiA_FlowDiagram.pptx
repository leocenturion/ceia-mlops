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9" d="100"/>
          <a:sy n="89" d="100"/>
        </p:scale>
        <p:origin x="432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 smtClean="0"/>
              <a:t>Haga clic para modificar el estilo de subtítulo del patrón</a:t>
            </a:r>
            <a:endParaRPr lang="es-E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4EF61-A96E-4D29-86F7-4B88846E400C}" type="datetimeFigureOut">
              <a:rPr lang="es-ES" smtClean="0"/>
              <a:t>02/05/2025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0F0D8-9D3E-4353-915C-6AFC02ACDCC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299610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4EF61-A96E-4D29-86F7-4B88846E400C}" type="datetimeFigureOut">
              <a:rPr lang="es-ES" smtClean="0"/>
              <a:t>02/05/2025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0F0D8-9D3E-4353-915C-6AFC02ACDCC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05672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4EF61-A96E-4D29-86F7-4B88846E400C}" type="datetimeFigureOut">
              <a:rPr lang="es-ES" smtClean="0"/>
              <a:t>02/05/2025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0F0D8-9D3E-4353-915C-6AFC02ACDCC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895222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4EF61-A96E-4D29-86F7-4B88846E400C}" type="datetimeFigureOut">
              <a:rPr lang="es-ES" smtClean="0"/>
              <a:t>02/05/2025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0F0D8-9D3E-4353-915C-6AFC02ACDCC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91363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5" name="Marcador de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6" name="Marcador de conteni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7" name="Marcador de fech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4EF61-A96E-4D29-86F7-4B88846E400C}" type="datetimeFigureOut">
              <a:rPr lang="es-ES" smtClean="0"/>
              <a:t>02/05/2025</a:t>
            </a:fld>
            <a:endParaRPr lang="es-ES"/>
          </a:p>
        </p:txBody>
      </p:sp>
      <p:sp>
        <p:nvSpPr>
          <p:cNvPr id="8" name="Marcador de pie de página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Marcador de número de diapositiva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0F0D8-9D3E-4353-915C-6AFC02ACDCC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381433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4EF61-A96E-4D29-86F7-4B88846E400C}" type="datetimeFigureOut">
              <a:rPr lang="es-ES" smtClean="0"/>
              <a:t>02/05/2025</a:t>
            </a:fld>
            <a:endParaRPr lang="es-E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0F0D8-9D3E-4353-915C-6AFC02ACDCC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050140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4EF61-A96E-4D29-86F7-4B88846E400C}" type="datetimeFigureOut">
              <a:rPr lang="es-ES" smtClean="0"/>
              <a:t>02/05/2025</a:t>
            </a:fld>
            <a:endParaRPr lang="es-ES"/>
          </a:p>
        </p:txBody>
      </p:sp>
      <p:sp>
        <p:nvSpPr>
          <p:cNvPr id="3" name="Marcador de pie de página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0F0D8-9D3E-4353-915C-6AFC02ACDCC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191696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4EF61-A96E-4D29-86F7-4B88846E400C}" type="datetimeFigureOut">
              <a:rPr lang="es-ES" smtClean="0"/>
              <a:t>02/05/2025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0F0D8-9D3E-4353-915C-6AFC02ACDCC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887392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Marcador de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 smtClean="0"/>
              <a:t>Haga clic para modificar el estilo de texto del patrón</a:t>
            </a:r>
          </a:p>
        </p:txBody>
      </p:sp>
      <p:sp>
        <p:nvSpPr>
          <p:cNvPr id="5" name="Marcador de fech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4EF61-A96E-4D29-86F7-4B88846E400C}" type="datetimeFigureOut">
              <a:rPr lang="es-ES" smtClean="0"/>
              <a:t>02/05/2025</a:t>
            </a:fld>
            <a:endParaRPr lang="es-E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0F0D8-9D3E-4353-915C-6AFC02ACDCC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20453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4EF61-A96E-4D29-86F7-4B88846E400C}" type="datetimeFigureOut">
              <a:rPr lang="es-ES" smtClean="0"/>
              <a:t>02/05/2025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0F0D8-9D3E-4353-915C-6AFC02ACDCC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09380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Marcador de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B4EF61-A96E-4D29-86F7-4B88846E400C}" type="datetimeFigureOut">
              <a:rPr lang="es-ES" smtClean="0"/>
              <a:t>02/05/2025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60F0D8-9D3E-4353-915C-6AFC02ACDCC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828181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smtClean="0"/>
              <a:t>Haga clic para modificar el estilo de título del patrón</a:t>
            </a:r>
            <a:endParaRPr lang="es-ES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smtClean="0"/>
              <a:t>Haga clic para modificar el estilo de texto del patrón</a:t>
            </a:r>
          </a:p>
          <a:p>
            <a:pPr lvl="1"/>
            <a:r>
              <a:rPr lang="es-ES" smtClean="0"/>
              <a:t>Segundo nivel</a:t>
            </a:r>
          </a:p>
          <a:p>
            <a:pPr lvl="2"/>
            <a:r>
              <a:rPr lang="es-ES" smtClean="0"/>
              <a:t>Tercer nivel</a:t>
            </a:r>
          </a:p>
          <a:p>
            <a:pPr lvl="3"/>
            <a:r>
              <a:rPr lang="es-ES" smtClean="0"/>
              <a:t>Cuarto nivel</a:t>
            </a:r>
          </a:p>
          <a:p>
            <a:pPr lvl="4"/>
            <a:r>
              <a:rPr lang="es-ES" smtClean="0"/>
              <a:t>Quinto nivel</a:t>
            </a:r>
            <a:endParaRPr lang="es-ES"/>
          </a:p>
        </p:txBody>
      </p:sp>
      <p:sp>
        <p:nvSpPr>
          <p:cNvPr id="4" name="Marcador de fech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B4EF61-A96E-4D29-86F7-4B88846E400C}" type="datetimeFigureOut">
              <a:rPr lang="es-ES" smtClean="0"/>
              <a:t>02/05/2025</a:t>
            </a:fld>
            <a:endParaRPr lang="es-ES"/>
          </a:p>
        </p:txBody>
      </p:sp>
      <p:sp>
        <p:nvSpPr>
          <p:cNvPr id="5" name="Marcador de pie de página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60F0D8-9D3E-4353-915C-6AFC02ACDCCD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0107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3 Simple Steps to Import Kaggle Dataset Directly Into Google Colab | by  Josiah Adesola | Medium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9978" y="3213218"/>
            <a:ext cx="1819379" cy="9945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Raw Data icons for free download | Freepik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3131"/>
          <a:stretch/>
        </p:blipFill>
        <p:spPr bwMode="auto">
          <a:xfrm>
            <a:off x="454677" y="2055968"/>
            <a:ext cx="1194661" cy="1157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ángulo redondeado 3"/>
          <p:cNvSpPr/>
          <p:nvPr/>
        </p:nvSpPr>
        <p:spPr>
          <a:xfrm>
            <a:off x="85459" y="1902144"/>
            <a:ext cx="2153540" cy="2362207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cxnSp>
        <p:nvCxnSpPr>
          <p:cNvPr id="6" name="Conector recto de flecha 5"/>
          <p:cNvCxnSpPr/>
          <p:nvPr/>
        </p:nvCxnSpPr>
        <p:spPr>
          <a:xfrm>
            <a:off x="2238999" y="3093577"/>
            <a:ext cx="1184989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uadroTexto 8"/>
          <p:cNvSpPr txBox="1"/>
          <p:nvPr/>
        </p:nvSpPr>
        <p:spPr>
          <a:xfrm>
            <a:off x="2213364" y="3083246"/>
            <a:ext cx="11023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 smtClean="0"/>
              <a:t>Download rawdata</a:t>
            </a:r>
            <a:endParaRPr lang="es-ES" sz="1600" dirty="0"/>
          </a:p>
        </p:txBody>
      </p:sp>
      <p:sp>
        <p:nvSpPr>
          <p:cNvPr id="12" name="Rectángulo redondeado 11"/>
          <p:cNvSpPr/>
          <p:nvPr/>
        </p:nvSpPr>
        <p:spPr>
          <a:xfrm>
            <a:off x="3423988" y="1912473"/>
            <a:ext cx="2640651" cy="2362207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pic>
        <p:nvPicPr>
          <p:cNvPr id="1032" name="Picture 8" descr="https://miro.medium.com/v2/resize:fit:700/1*2awzzwAEhgxypf1rFR7_lQ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60228" y="2120935"/>
            <a:ext cx="2368170" cy="19452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CuadroTexto 15"/>
          <p:cNvSpPr txBox="1"/>
          <p:nvPr/>
        </p:nvSpPr>
        <p:spPr>
          <a:xfrm>
            <a:off x="8908385" y="2423151"/>
            <a:ext cx="114513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 smtClean="0"/>
              <a:t>Production model</a:t>
            </a:r>
            <a:endParaRPr lang="es-ES" sz="1600" dirty="0"/>
          </a:p>
        </p:txBody>
      </p:sp>
      <p:sp>
        <p:nvSpPr>
          <p:cNvPr id="17" name="Rectángulo redondeado 16"/>
          <p:cNvSpPr/>
          <p:nvPr/>
        </p:nvSpPr>
        <p:spPr>
          <a:xfrm>
            <a:off x="7409200" y="1902143"/>
            <a:ext cx="1444244" cy="2362207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pic>
        <p:nvPicPr>
          <p:cNvPr id="1034" name="Picture 10" descr="MinIO Logo &amp; Brand Assets (SVG, PNG and vector) - Brandfetch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012" r="25886"/>
          <a:stretch/>
        </p:blipFill>
        <p:spPr bwMode="auto">
          <a:xfrm>
            <a:off x="7455660" y="2055237"/>
            <a:ext cx="1183962" cy="20377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0" name="Conector recto de flecha 19"/>
          <p:cNvCxnSpPr/>
          <p:nvPr/>
        </p:nvCxnSpPr>
        <p:spPr>
          <a:xfrm flipV="1">
            <a:off x="6067461" y="2502583"/>
            <a:ext cx="1337499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uadroTexto 21"/>
          <p:cNvSpPr txBox="1"/>
          <p:nvPr/>
        </p:nvSpPr>
        <p:spPr>
          <a:xfrm>
            <a:off x="6118161" y="1912473"/>
            <a:ext cx="123609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 smtClean="0"/>
              <a:t>Save &amp; Load rawdata</a:t>
            </a:r>
            <a:endParaRPr lang="es-ES" sz="1600" dirty="0"/>
          </a:p>
        </p:txBody>
      </p:sp>
      <p:cxnSp>
        <p:nvCxnSpPr>
          <p:cNvPr id="27" name="Conector recto de flecha 26"/>
          <p:cNvCxnSpPr/>
          <p:nvPr/>
        </p:nvCxnSpPr>
        <p:spPr>
          <a:xfrm flipH="1">
            <a:off x="6047055" y="2663679"/>
            <a:ext cx="135084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ector recto de flecha 29"/>
          <p:cNvCxnSpPr/>
          <p:nvPr/>
        </p:nvCxnSpPr>
        <p:spPr>
          <a:xfrm flipV="1">
            <a:off x="6074522" y="3419548"/>
            <a:ext cx="1337499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uadroTexto 30"/>
          <p:cNvSpPr txBox="1"/>
          <p:nvPr/>
        </p:nvSpPr>
        <p:spPr>
          <a:xfrm>
            <a:off x="6118161" y="3634773"/>
            <a:ext cx="123609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 smtClean="0"/>
              <a:t>Split, Transform &amp; Save data</a:t>
            </a:r>
            <a:endParaRPr lang="es-ES" sz="1600" dirty="0"/>
          </a:p>
        </p:txBody>
      </p:sp>
      <p:cxnSp>
        <p:nvCxnSpPr>
          <p:cNvPr id="32" name="Conector recto de flecha 31"/>
          <p:cNvCxnSpPr/>
          <p:nvPr/>
        </p:nvCxnSpPr>
        <p:spPr>
          <a:xfrm flipH="1">
            <a:off x="6054116" y="3580644"/>
            <a:ext cx="135084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ángulo redondeado 32"/>
          <p:cNvSpPr/>
          <p:nvPr/>
        </p:nvSpPr>
        <p:spPr>
          <a:xfrm>
            <a:off x="3798554" y="5181314"/>
            <a:ext cx="1583018" cy="1456351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pic>
        <p:nvPicPr>
          <p:cNvPr id="1040" name="Picture 16" descr="File:Jupyter logo.svg - Wikipedia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3914" y="5338009"/>
            <a:ext cx="985582" cy="1142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7" name="Conector recto de flecha 36"/>
          <p:cNvCxnSpPr/>
          <p:nvPr/>
        </p:nvCxnSpPr>
        <p:spPr>
          <a:xfrm>
            <a:off x="5381572" y="5909489"/>
            <a:ext cx="164307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CuadroTexto 37"/>
          <p:cNvSpPr txBox="1"/>
          <p:nvPr/>
        </p:nvSpPr>
        <p:spPr>
          <a:xfrm>
            <a:off x="5310684" y="5570935"/>
            <a:ext cx="153354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 smtClean="0"/>
              <a:t>Load models</a:t>
            </a:r>
            <a:endParaRPr lang="es-ES" sz="1600" dirty="0"/>
          </a:p>
        </p:txBody>
      </p:sp>
      <p:sp>
        <p:nvSpPr>
          <p:cNvPr id="39" name="Rectángulo redondeado 38"/>
          <p:cNvSpPr/>
          <p:nvPr/>
        </p:nvSpPr>
        <p:spPr>
          <a:xfrm>
            <a:off x="7065207" y="5329544"/>
            <a:ext cx="2164251" cy="1176998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cxnSp>
        <p:nvCxnSpPr>
          <p:cNvPr id="41" name="Conector recto de flecha 40"/>
          <p:cNvCxnSpPr>
            <a:stCxn id="39" idx="0"/>
          </p:cNvCxnSpPr>
          <p:nvPr/>
        </p:nvCxnSpPr>
        <p:spPr>
          <a:xfrm flipH="1" flipV="1">
            <a:off x="8141579" y="4264352"/>
            <a:ext cx="5754" cy="106519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42" name="Picture 18" descr="Tutorial MLflow: MLOps de forma sencilla - Ander Fernández"/>
          <p:cNvPicPr>
            <a:picLocks noChangeAspect="1" noChangeArrowheads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896" t="31926" r="22509" b="30544"/>
          <a:stretch/>
        </p:blipFill>
        <p:spPr bwMode="auto">
          <a:xfrm>
            <a:off x="7146305" y="5498214"/>
            <a:ext cx="1997196" cy="8089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6" name="CuadroTexto 45"/>
          <p:cNvSpPr txBox="1"/>
          <p:nvPr/>
        </p:nvSpPr>
        <p:spPr>
          <a:xfrm>
            <a:off x="8047641" y="4552050"/>
            <a:ext cx="15335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1600" dirty="0" smtClean="0"/>
              <a:t>Save models &amp; experiments</a:t>
            </a:r>
            <a:endParaRPr lang="es-ES" sz="1600" dirty="0"/>
          </a:p>
        </p:txBody>
      </p:sp>
      <p:cxnSp>
        <p:nvCxnSpPr>
          <p:cNvPr id="52" name="Conector recto de flecha 51"/>
          <p:cNvCxnSpPr/>
          <p:nvPr/>
        </p:nvCxnSpPr>
        <p:spPr>
          <a:xfrm flipV="1">
            <a:off x="8860506" y="3007926"/>
            <a:ext cx="1337499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44" name="Picture 20" descr="Aprende FastAPI desde 0"/>
          <p:cNvPicPr>
            <a:picLocks noChangeAspect="1" noChangeArrowheads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08462" y="2634593"/>
            <a:ext cx="2025082" cy="7304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4" name="Rectángulo redondeado 53"/>
          <p:cNvSpPr/>
          <p:nvPr/>
        </p:nvSpPr>
        <p:spPr>
          <a:xfrm>
            <a:off x="10188122" y="2642698"/>
            <a:ext cx="1878540" cy="730455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043032045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20</Words>
  <Application>Microsoft Office PowerPoint</Application>
  <PresentationFormat>Panorámica</PresentationFormat>
  <Paragraphs>6</Paragraphs>
  <Slides>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de Office</vt:lpstr>
      <vt:lpstr>Presentación de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Cuenta Microsoft</dc:creator>
  <cp:lastModifiedBy>Cuenta Microsoft</cp:lastModifiedBy>
  <cp:revision>4</cp:revision>
  <dcterms:created xsi:type="dcterms:W3CDTF">2025-05-02T20:50:54Z</dcterms:created>
  <dcterms:modified xsi:type="dcterms:W3CDTF">2025-05-02T20:58:02Z</dcterms:modified>
</cp:coreProperties>
</file>